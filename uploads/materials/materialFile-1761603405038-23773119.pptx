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8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0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8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7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0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6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8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2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CEBAD-3F88-4014-B341-4460FF70516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5347A-FAEF-4C06-AD84-B4AD7DB40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0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fraction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Arithmetic structures of </a:t>
            </a:r>
            <a:r>
              <a:rPr lang="en-US" dirty="0" smtClean="0"/>
              <a:t>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8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fraction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</dc:title>
  <dc:creator>Danosky</dc:creator>
  <cp:lastModifiedBy>Danosky</cp:lastModifiedBy>
  <cp:revision>1</cp:revision>
  <dcterms:created xsi:type="dcterms:W3CDTF">2025-01-26T21:42:55Z</dcterms:created>
  <dcterms:modified xsi:type="dcterms:W3CDTF">2025-01-26T21:43:01Z</dcterms:modified>
</cp:coreProperties>
</file>